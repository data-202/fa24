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3" Type="http://schemas.openxmlformats.org/officeDocument/2006/relationships/viewProps" Target="viewProps.xml" /><Relationship Id="rId42" Type="http://schemas.openxmlformats.org/officeDocument/2006/relationships/presProps" Target="presProps.xml" /><Relationship Id="rId1" Type="http://schemas.openxmlformats.org/officeDocument/2006/relationships/slideMaster" Target="slideMasters/slideMaster1.xml" /><Relationship Id="rId45" Type="http://schemas.openxmlformats.org/officeDocument/2006/relationships/tableStyles" Target="tableStyles.xml" /><Relationship Id="rId4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statistics calls for questions where we explore difference or change. We use variation to understand differences within or between a set (or sets) of measurements.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Notes from </a:t>
            </a:r>
            <a:r>
              <a:rPr b="1" i="1"/>
              <a:t>Pelham (2013)</a:t>
            </a:r>
            <a:r>
              <a:rPr b="1"/>
              <a:t> reading</a:t>
            </a:r>
          </a:p>
          <a:p>
            <a:pPr lvl="0" indent="0" marL="0">
              <a:buNone/>
            </a:pPr>
            <a:r>
              <a:rPr/>
              <a:t>“Statistics are a set of mathematical procedures for summarizing and interpreting observations” (p.5).</a:t>
            </a:r>
          </a:p>
          <a:p>
            <a:pPr lvl="0" indent="0" marL="0">
              <a:buNone/>
            </a:pPr>
            <a:r>
              <a:rPr b="1"/>
              <a:t>Descriptive statistics</a:t>
            </a:r>
            <a:r>
              <a:rPr/>
              <a:t> vs. </a:t>
            </a:r>
            <a:r>
              <a:rPr b="1"/>
              <a:t>Inferential statistics</a:t>
            </a:r>
          </a:p>
          <a:p>
            <a:pPr lvl="0" indent="0" marL="0">
              <a:buNone/>
            </a:pPr>
            <a:r>
              <a:rPr/>
              <a:t>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Descritpve measures</a:t>
            </a:r>
          </a:p>
          <a:p>
            <a:pPr lvl="0"/>
            <a:r>
              <a:rPr/>
              <a:t>Central tendency: the “average” of a set of observations (i.e., mean, median, mode)</a:t>
            </a:r>
          </a:p>
          <a:p>
            <a:pPr lvl="0"/>
            <a:r>
              <a:rPr/>
              <a:t>Dispersion: how data vary (i.e., range, variance, standard deviation)</a:t>
            </a:r>
          </a:p>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p>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1"/>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1"/>
                      </m:radPr>
                      <m:deg/>
                      <m:e>
                        <m:r>
                          <m:t>2</m:t>
                        </m:r>
                      </m:e>
                    </m:rad>
                  </m:oMath>
                </a14:m>
                <a:r>
                  <a:rPr sz="2000"/>
                  <a:t>, </a:t>
                </a:r>
                <a14:m>
                  <m:oMath xmlns:m="http://schemas.openxmlformats.org/officeDocument/2006/math">
                    <m:rad>
                      <m:radPr>
                        <m:degHide m:val="1"/>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1"/>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Paper 1 is due on Monday September 16 at 11:59pm ET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2024-08-28T20:34:40Z</dcterms:created>
  <dcterms:modified xsi:type="dcterms:W3CDTF">2024-08-28T20:34:40Z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