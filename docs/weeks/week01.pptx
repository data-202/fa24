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Module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Tuesday January 23</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b="1"/>
              <a:t>Next up</a:t>
            </a:r>
            <a:r>
              <a:rPr/>
              <a:t>: Week 2</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Module 1</dc:title>
  <dc:creator>Nathan Alexander, PhD</dc:creator>
  <cp:keywords/>
  <dcterms:created xsi:type="dcterms:W3CDTF">2024-08-21T20:31:09Z</dcterms:created>
  <dcterms:modified xsi:type="dcterms:W3CDTF">2024-08-21T20:31:09Z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