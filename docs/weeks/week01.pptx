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Next up</a:t>
            </a:r>
            <a:r>
              <a:rPr/>
              <a:t>: Week 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2024-08-21T15:47:59Z</dcterms:created>
  <dcterms:modified xsi:type="dcterms:W3CDTF">2024-08-21T15:47:59Z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