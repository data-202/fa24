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fa24"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1.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CANVAS site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Paper #1</a:t>
            </a:r>
          </a:p>
          <a:p>
            <a:pPr lvl="0" indent="0" marL="0">
              <a:buNone/>
            </a:pPr>
            <a:r>
              <a:rPr b="1"/>
              <a:t>REMINDER: Paper 1 is due Friday September 25</a:t>
            </a:r>
          </a:p>
          <a:p>
            <a:pPr lvl="0" indent="0" marL="0">
              <a:buNone/>
            </a:pPr>
            <a:r>
              <a:rPr/>
              <a:t>You can read more about paper #1 </a:t>
            </a:r>
            <a:r>
              <a:rPr>
                <a:hlinkClick r:id="rId2"/>
              </a:rPr>
              <a:t>here</a:t>
            </a:r>
            <a:r>
              <a:rPr/>
              <a:t>.</a:t>
            </a:r>
          </a:p>
          <a:p>
            <a:pPr lvl="0" indent="0" marL="0">
              <a:buNone/>
            </a:pPr>
            <a:r>
              <a:rPr/>
              <a:t>See the instructions for paper assignments </a:t>
            </a:r>
            <a:r>
              <a:rPr>
                <a:hlinkClick r:id="rId3"/>
              </a:rPr>
              <a:t>here</a:t>
            </a:r>
            <a:r>
              <a:rPr/>
              <a:t>.</a:t>
            </a:r>
          </a:p>
          <a:p>
            <a:pPr lvl="0" indent="0" marL="0">
              <a:buNone/>
            </a:pPr>
            <a:r>
              <a:rPr/>
              <a:t>Also, learn more about paper assignments </a:t>
            </a:r>
            <a:r>
              <a:rPr>
                <a:hlinkClick r:id="rId4"/>
              </a:rPr>
              <a:t>here</a:t>
            </a:r>
            <a:r>
              <a:rPr/>
              <a:t>.</a:t>
            </a:r>
          </a:p>
          <a:p>
            <a:pPr lvl="0" indent="0" marL="0">
              <a:spcBef>
                <a:spcPts val="3000"/>
              </a:spcBef>
              <a:buNone/>
            </a:pPr>
            <a:r>
              <a:rPr b="1"/>
              <a:t>Case Study: Tuskegee Experiement of Untreated Syphillis</a:t>
            </a:r>
          </a:p>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1</dc:title>
  <dc:creator>Nathan Alexander, PhD</dc:creator>
  <cp:keywords/>
  <dcterms:created xsi:type="dcterms:W3CDTF">2024-10-16T21:05:25Z</dcterms:created>
  <dcterms:modified xsi:type="dcterms:W3CDTF">2024-10-16T21:05:25Z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